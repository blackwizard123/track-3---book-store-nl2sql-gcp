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6858000" cy="9144000"/>
  <p:embeddedFontLst>
    <p:embeddedFont>
      <p:font typeface="Google Sans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47" autoAdjust="0"/>
    <p:restoredTop sz="94660"/>
  </p:normalViewPr>
  <p:slideViewPr>
    <p:cSldViewPr snapToGrid="0">
      <p:cViewPr>
        <p:scale>
          <a:sx n="100" d="100"/>
          <a:sy n="100" d="100"/>
        </p:scale>
        <p:origin x="547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ac20fcc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ac20fcc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7ac20fcc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7ac20fcc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7ac20fcc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7ac20fcc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7ac20fcc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7ac20fcc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7ac20fcc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7ac20fcc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7ac20fcc6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7ac20fcc6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7ac20fcc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7ac20fcc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7ac20fcc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7ac20fcc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1693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7ac20fcc6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7ac20fcc6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mission deck 1.png"/>
          <p:cNvPicPr preferRelativeResize="0"/>
          <p:nvPr/>
        </p:nvPicPr>
        <p:blipFill rotWithShape="1">
          <a:blip r:embed="rId3">
            <a:alphaModFix/>
          </a:blip>
          <a:srcRect b="45025"/>
          <a:stretch/>
        </p:blipFill>
        <p:spPr>
          <a:xfrm>
            <a:off x="-1" y="-68580"/>
            <a:ext cx="9144000" cy="28275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88711" y="2804738"/>
            <a:ext cx="8566575" cy="2117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PARTICIPANT DETAILS</a:t>
            </a:r>
            <a:b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r>
              <a:rPr lang="en-GB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a.  Participant name        : </a:t>
            </a: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Hariharan C</a:t>
            </a:r>
            <a:b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r>
              <a:rPr lang="en-GB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b.  Problem Statement  : </a:t>
            </a:r>
            <a:r>
              <a:rPr lang="en-IN" b="1" i="0" dirty="0"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Build AI-powered applications using AI-ready databases like </a:t>
            </a:r>
            <a:r>
              <a:rPr lang="en-IN" b="1" i="0" dirty="0" err="1"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AlloyDB</a:t>
            </a:r>
            <a:r>
              <a:rPr lang="en-IN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.</a:t>
            </a:r>
            <a:br>
              <a:rPr lang="en-IN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c.  </a:t>
            </a:r>
            <a:r>
              <a:rPr lang="en-IN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Github</a:t>
            </a: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repo link  :  </a:t>
            </a:r>
            <a:r>
              <a:rPr lang="en-IN" b="1" i="1" u="sng" dirty="0">
                <a:solidFill>
                  <a:schemeClr val="accent5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https://github.com/BlackWizard123/Track-3---Book-store-NL2SQL-GCP</a:t>
            </a:r>
            <a:br>
              <a:rPr lang="en-IN" b="1" i="1" u="sng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d. Cloud Run URL     : </a:t>
            </a:r>
            <a:r>
              <a:rPr lang="en-IN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</a:t>
            </a:r>
            <a:r>
              <a:rPr lang="en-IN" b="1" i="1" u="sng" dirty="0">
                <a:solidFill>
                  <a:schemeClr val="accent5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https://bookstore-api-1059652519537.us-central1.run.app/</a:t>
            </a:r>
            <a:endParaRPr lang="en-IN" b="1" i="1" u="sng" dirty="0">
              <a:solidFill>
                <a:schemeClr val="accent5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Brief about the idea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7C4E39-F401-5FC7-34D9-CEA56F890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25" y="949268"/>
            <a:ext cx="6200736" cy="2322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Bookstore 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- Bookstore database hosted on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AlloyDB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(PostgreSQL)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Users query the database using plain English — no SQL needed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Gemini AI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converts the question into a valid SQL query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SQL executes live 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AlloyDB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and returns real results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Gemini generates a human-friendly answer from the results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Delivered via a clean chat interface deployed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Cloud Run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698825" y="1296325"/>
            <a:ext cx="745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63125" y="787050"/>
            <a:ext cx="8270400" cy="14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Meeting the Build Criteria</a:t>
            </a:r>
            <a:b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</a:br>
            <a:b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GB" b="1" dirty="0">
                <a:latin typeface="Google Sans"/>
                <a:ea typeface="Google Sans"/>
                <a:cs typeface="Google Sans"/>
                <a:sym typeface="Google Sans"/>
              </a:rPr>
              <a:t>How did you navigate the requirements of your chosen track to build a custom solution - using ADK, MCP, or </a:t>
            </a:r>
            <a:r>
              <a:rPr lang="en-GB" b="1" dirty="0" err="1">
                <a:latin typeface="Google Sans"/>
                <a:ea typeface="Google Sans"/>
                <a:cs typeface="Google Sans"/>
                <a:sym typeface="Google Sans"/>
              </a:rPr>
              <a:t>AlloyDB</a:t>
            </a:r>
            <a:r>
              <a:rPr lang="en-GB" b="1" dirty="0">
                <a:latin typeface="Google Sans"/>
                <a:ea typeface="Google Sans"/>
                <a:cs typeface="Google Sans"/>
                <a:sym typeface="Google Sans"/>
              </a:rPr>
              <a:t> AI that effectively addresses the 'What You Must Build' criteria?</a:t>
            </a:r>
            <a:endParaRPr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66B8EB-AB2A-A057-5A9C-278F5D77D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25" y="1971943"/>
            <a:ext cx="6385081" cy="2281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Custom bookstore dataset created from scratch (authors, books, orders)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Table schemas designed and populated manually in </a:t>
            </a:r>
            <a:r>
              <a:rPr lang="en-IN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AlloyDB</a:t>
            </a:r>
            <a:endParaRPr lang="en-IN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Gemini AI integrated to enable natural language querying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Every user question is converted to SQL and executed live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Results passed back to Gemini to generate meaningful responses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Fully deployed end-to-end on Google Cloud — not just a local demo</a:t>
            </a:r>
          </a:p>
          <a:p>
            <a:pPr>
              <a:lnSpc>
                <a:spcPct val="150000"/>
              </a:lnSpc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36800" y="787050"/>
            <a:ext cx="8270400" cy="393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Opportunities</a:t>
            </a:r>
            <a:b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endParaRPr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1397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How different is it from any of the other existing ideas?</a:t>
            </a:r>
          </a:p>
          <a:p>
            <a:pPr marL="1397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Most NL-to-SQL tools are generic or demo-only. This is a fully deployed, end-to-end working application on Google Cloud with a real database, real queries, and real answers — not a prototype.</a:t>
            </a:r>
            <a:b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b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How will it be able to solve the problem?</a:t>
            </a:r>
          </a:p>
          <a:p>
            <a:pPr marL="1270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Removes the SQL barrier entirely. Any non-technical user — a store manager, analyst, or student — can get data insights instantly just by asking a question in plain English.</a:t>
            </a:r>
            <a:b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endParaRPr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1270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USP of the proposed solution</a:t>
            </a:r>
          </a:p>
          <a:p>
            <a:pPr marL="1270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The combination of </a:t>
            </a:r>
            <a:r>
              <a:rPr lang="en-IN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AlloyDB</a:t>
            </a: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+ Gemini gives both enterprise-grade database reliability and state-of-the-art AI understanding in a single lightweight API — deployable in minutes on Cloud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691B209-782D-0A7F-C732-30EB24285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25" y="949952"/>
            <a:ext cx="3704860" cy="2969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Natural language to SQL conversion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Live query execution on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AlloyDB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AI-generated human-friendly answers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Generated SQL visible for transparency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Results displayed as a formatted table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Health check with live DB status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Suggestion chips for quick queries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Deployable via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Cloud Run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387469" y="1084230"/>
            <a:ext cx="2645835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8719DE-9286-93C3-79AD-2484781CE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168" y="598748"/>
            <a:ext cx="3334051" cy="43692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46B8F1-FB57-B526-78BB-7FB138862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25" y="1217532"/>
            <a:ext cx="4873450" cy="1999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AlloyDB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PostgreSQL database on Google Cloud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Gemini 1.5 Flash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NL-to-SQL + answer generation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FastAPI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backend API and query orchestration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psycopg2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AlloyDB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connection and query execution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Cloud Run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serverless deployment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HTML/CSS/JS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chat interface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Snapshots of the prototype</a:t>
            </a:r>
            <a:endParaRPr sz="18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198EB5-8667-E57F-3759-50C0079986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42497" y="1363652"/>
            <a:ext cx="6459004" cy="30680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D88C4E-509F-227D-80B5-75F37DCD47BA}"/>
              </a:ext>
            </a:extLst>
          </p:cNvPr>
          <p:cNvSpPr txBox="1"/>
          <p:nvPr/>
        </p:nvSpPr>
        <p:spPr>
          <a:xfrm>
            <a:off x="2018708" y="4612232"/>
            <a:ext cx="5159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u="sng" dirty="0">
                <a:solidFill>
                  <a:srgbClr val="002060"/>
                </a:solidFill>
              </a:rPr>
              <a:t>https://bookstore-api-1059652519537.us-central1.run.app/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B1CCBE-BA43-77E5-4036-1264B9716BB4}"/>
              </a:ext>
            </a:extLst>
          </p:cNvPr>
          <p:cNvSpPr txBox="1"/>
          <p:nvPr/>
        </p:nvSpPr>
        <p:spPr>
          <a:xfrm>
            <a:off x="1999337" y="4512319"/>
            <a:ext cx="51453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u="sng" dirty="0">
                <a:solidFill>
                  <a:srgbClr val="002060"/>
                </a:solidFill>
              </a:rPr>
              <a:t>https://bookstore-api-1059652519537.us-central1.run.app/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FF321F-DF7C-A9FE-3EC3-8D53C5C76A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01993" y="768638"/>
            <a:ext cx="4940014" cy="357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25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 title="Submission deck t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477</Words>
  <Application>Microsoft Office PowerPoint</Application>
  <PresentationFormat>On-screen Show (16:9)</PresentationFormat>
  <Paragraphs>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Google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 A R I H A R A N</dc:creator>
  <cp:lastModifiedBy>Hari haran</cp:lastModifiedBy>
  <cp:revision>4</cp:revision>
  <dcterms:modified xsi:type="dcterms:W3CDTF">2026-03-29T15:13:43Z</dcterms:modified>
</cp:coreProperties>
</file>